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60120"/>
            <a:ext cx="420624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onsolas"/>
              </a:rPr>
              <a:t>Researcher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16152"/>
            <a:ext cx="420624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nsolas"/>
              </a:rPr>
              <a:t>(theories, scales, domains)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46120" y="1481328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74519" y="1664208"/>
            <a:ext cx="27432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74519" y="1664208"/>
            <a:ext cx="0" cy="2194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10800000">
            <a:off x="1801367" y="1783080"/>
            <a:ext cx="146304" cy="118872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617720" y="1664208"/>
            <a:ext cx="0" cy="2194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0800000">
            <a:off x="4544568" y="1783080"/>
            <a:ext cx="146304" cy="118872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79" y="1956816"/>
            <a:ext cx="22402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Consolas"/>
              </a:rPr>
              <a:t>Search Query Expansion (NEW)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79" y="2322576"/>
            <a:ext cx="22402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Consolas"/>
              </a:rPr>
              <a:t>Semantic Scholar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79" y="2688336"/>
            <a:ext cx="22402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Consolas"/>
              </a:rPr>
              <a:t>Academic Literature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79" y="3054096"/>
            <a:ext cx="22402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Consolas"/>
              </a:rPr>
              <a:t>Chunking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79" y="3419856"/>
            <a:ext cx="22402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Consolas"/>
              </a:rPr>
              <a:t>ChromaDB +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79" y="3785615"/>
            <a:ext cx="22402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Consolas"/>
              </a:rPr>
              <a:t>Evidence Retrieval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4519" y="2203704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74519" y="2569464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74519" y="2935224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74519" y="3300984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74519" y="3666744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97579" y="1956816"/>
            <a:ext cx="22402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Consolas"/>
              </a:rPr>
              <a:t>Theory Mapping by LLM (NEW)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579" y="2212848"/>
            <a:ext cx="22402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nsolas"/>
              </a:rPr>
              <a:t>(Zero-shot assignment)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7579" y="3785615"/>
            <a:ext cx="22402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Consolas"/>
              </a:rPr>
              <a:t>Latent Constructs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17720" y="2487168"/>
            <a:ext cx="0" cy="128930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74519" y="4032504"/>
            <a:ext cx="0" cy="19202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17720" y="4032504"/>
            <a:ext cx="0" cy="19202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74519" y="4224528"/>
            <a:ext cx="27432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46120" y="4224528"/>
            <a:ext cx="0" cy="2194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3172968" y="4343400"/>
            <a:ext cx="146304" cy="118872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498848"/>
            <a:ext cx="420624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Consolas"/>
              </a:rPr>
              <a:t>Construct-level Annotation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46120" y="4754880"/>
            <a:ext cx="0" cy="20116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3172968" y="4855464"/>
            <a:ext cx="146304" cy="118872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010912"/>
            <a:ext cx="420624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Consolas"/>
              </a:rPr>
              <a:t>DAG Refinement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